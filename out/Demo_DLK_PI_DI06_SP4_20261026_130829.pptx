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203638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evue de sprint – DLK PI#DI06 SP4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238250"/>
            <a:ext cx="1333500" cy="857250"/>
          </a:xfrm>
          <a:prstGeom prst="roundRect">
            <a:avLst/>
          </a:prstGeom>
          <a:solidFill>
            <a:srgbClr val="1423D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7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8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ickets]]></a:t>
            </a:r>
          </a:p>
        </p:txBody>
      </p:sp>
      <p:sp>
        <p:nvSpPr>
          <p:cNvPr id="6" name="" descr=""/>
          <p:cNvSpPr/>
          <p:nvPr/>
        </p:nvSpPr>
        <p:spPr>
          <a:xfrm>
            <a:off x="1828800" y="1238250"/>
            <a:ext cx="1333500" cy="85725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18288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8859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À faire]]></a:t>
            </a:r>
          </a:p>
        </p:txBody>
      </p:sp>
      <p:sp>
        <p:nvSpPr>
          <p:cNvPr id="9" name="" descr=""/>
          <p:cNvSpPr/>
          <p:nvPr/>
        </p:nvSpPr>
        <p:spPr>
          <a:xfrm>
            <a:off x="3276600" y="1238250"/>
            <a:ext cx="1333500" cy="85725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32766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7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33337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n cours]]></a:t>
            </a:r>
          </a:p>
        </p:txBody>
      </p:sp>
      <p:sp>
        <p:nvSpPr>
          <p:cNvPr id="12" name="" descr=""/>
          <p:cNvSpPr/>
          <p:nvPr/>
        </p:nvSpPr>
        <p:spPr>
          <a:xfrm>
            <a:off x="4724400" y="1238250"/>
            <a:ext cx="1333500" cy="8572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47244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0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7815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s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72200" y="1238250"/>
            <a:ext cx="1333500" cy="85725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722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d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62293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Ajoutés en cours de sprint]]></a:t>
            </a:r>
          </a:p>
        </p:txBody>
      </p:sp>
      <p:sp>
        <p:nvSpPr>
          <p:cNvPr id="18" name="" descr=""/>
          <p:cNvSpPr/>
          <p:nvPr/>
        </p:nvSpPr>
        <p:spPr>
          <a:xfrm>
            <a:off x="7620000" y="1238250"/>
            <a:ext cx="1333500" cy="857250"/>
          </a:xfrm>
          <a:prstGeom prst="roundRect">
            <a:avLst/>
          </a:prstGeom>
          <a:solidFill>
            <a:srgbClr val="59595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7620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d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7677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Sortis du sprin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2247900"/>
            <a:ext cx="5334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vancement : 0 % (0 / 7 tickets)]]></a:t>
            </a:r>
          </a:p>
        </p:txBody>
      </p:sp>
      <p:sp>
        <p:nvSpPr>
          <p:cNvPr id="22" name="" descr=""/>
          <p:cNvSpPr/>
          <p:nvPr/>
        </p:nvSpPr>
        <p:spPr>
          <a:xfrm>
            <a:off x="381000" y="2533650"/>
            <a:ext cx="8572500" cy="133350"/>
          </a:xfrm>
          <a:prstGeom prst="roundRect">
            <a:avLst/>
          </a:prstGeom>
          <a:solidFill>
            <a:srgbClr val="E0E0E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381000" y="2905125"/>
            <a:ext cx="40957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Périmètre de la démo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381000" y="3162300"/>
            <a:ext cx="4095750" cy="1333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résentés en démo : 4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Éligibles sans dev identifiable : 3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Hors périmètre démo (autres types / statuts) : 0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67250" y="2905125"/>
            <a:ext cx="42862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épartition par développeur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4667250" y="3162300"/>
            <a:ext cx="4286250" cy="1524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rij (Dev) : 2 tickets, dont 0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Ting (Dev) : 2 tickets, dont 0 terminé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-resynchro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Nous avons besoin d’historiser un nouveau flux d’enrichissement de coupures BT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_RESYNCHRO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resynchro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3  ·  Arij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Nous avons besoin d’historiser un nouveau flux d’enrichissement de coupures BT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5  ·  Arij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Evénements dynamiques enrichis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EVENEMENT_DYNAMIQUE_ENRICHI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evenement_dynamique_enrichi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0  ·  Ting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Coupure PRM chevauchement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HEVAUCHEMENT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hevauchement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1  ·  Ting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6">
  <a:themeElements>
    <a:clrScheme name="Theme2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2026-10-26T13:08:29Z</dcterms:created>
  <dcterms:modified xsi:type="dcterms:W3CDTF">2026-10-26T13:08:29Z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