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68592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Revue de sprint – DLK PI#DI06 SP3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286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Du 12/10/2026 au 23/10/2026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238250"/>
            <a:ext cx="1333500" cy="857250"/>
          </a:xfrm>
          <a:prstGeom prst="roundRect">
            <a:avLst/>
          </a:prstGeom>
          <a:solidFill>
            <a:srgbClr val="1423D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19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381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ickets]]></a:t>
            </a:r>
          </a:p>
        </p:txBody>
      </p:sp>
      <p:sp>
        <p:nvSpPr>
          <p:cNvPr id="7" name="" descr=""/>
          <p:cNvSpPr/>
          <p:nvPr/>
        </p:nvSpPr>
        <p:spPr>
          <a:xfrm>
            <a:off x="1828800" y="1238250"/>
            <a:ext cx="1333500" cy="85725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18288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6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8859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À fair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276600" y="1238250"/>
            <a:ext cx="1333500" cy="85725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2766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9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3337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n cours]]></a:t>
            </a:r>
          </a:p>
        </p:txBody>
      </p:sp>
      <p:sp>
        <p:nvSpPr>
          <p:cNvPr id="13" name="" descr=""/>
          <p:cNvSpPr/>
          <p:nvPr/>
        </p:nvSpPr>
        <p:spPr>
          <a:xfrm>
            <a:off x="4724400" y="1238250"/>
            <a:ext cx="1333500" cy="85725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47244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4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7815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s]]></a:t>
            </a:r>
          </a:p>
        </p:txBody>
      </p:sp>
      <p:sp>
        <p:nvSpPr>
          <p:cNvPr id="16" name="" descr=""/>
          <p:cNvSpPr/>
          <p:nvPr/>
        </p:nvSpPr>
        <p:spPr>
          <a:xfrm>
            <a:off x="6172200" y="1238250"/>
            <a:ext cx="1333500" cy="857250"/>
          </a:xfrm>
          <a:prstGeom prst="roundRect">
            <a:avLst/>
          </a:prstGeom>
          <a:solidFill>
            <a:srgbClr val="E67E2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61722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4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2293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Ajoutés en cours de sprint]]></a:t>
            </a:r>
          </a:p>
        </p:txBody>
      </p:sp>
      <p:sp>
        <p:nvSpPr>
          <p:cNvPr id="19" name="" descr=""/>
          <p:cNvSpPr/>
          <p:nvPr/>
        </p:nvSpPr>
        <p:spPr>
          <a:xfrm>
            <a:off x="7620000" y="1238250"/>
            <a:ext cx="1333500" cy="857250"/>
          </a:xfrm>
          <a:prstGeom prst="roundRect">
            <a:avLst/>
          </a:prstGeom>
          <a:solidFill>
            <a:srgbClr val="59595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76200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3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6771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Sortis du sprint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381000" y="2247900"/>
            <a:ext cx="5334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Avancement : 21 % (4 / 19 tickets)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5715000" y="2247900"/>
            <a:ext cx="3238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Points : 18 / 73]]></a:t>
            </a:r>
          </a:p>
        </p:txBody>
      </p:sp>
      <p:sp>
        <p:nvSpPr>
          <p:cNvPr id="24" name="" descr=""/>
          <p:cNvSpPr/>
          <p:nvPr/>
        </p:nvSpPr>
        <p:spPr>
          <a:xfrm>
            <a:off x="381000" y="2533650"/>
            <a:ext cx="8572500" cy="133350"/>
          </a:xfrm>
          <a:prstGeom prst="roundRect">
            <a:avLst/>
          </a:prstGeom>
          <a:solidFill>
            <a:srgbClr val="E0E0E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 descr=""/>
          <p:cNvSpPr/>
          <p:nvPr/>
        </p:nvSpPr>
        <p:spPr>
          <a:xfrm>
            <a:off x="381000" y="2533650"/>
            <a:ext cx="1800225" cy="13335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381000" y="2905125"/>
            <a:ext cx="409575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Périmètre de la démo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381000" y="3162300"/>
            <a:ext cx="4095750" cy="1333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Présentés en démo : 10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Éligibles sans dev identifiable : 1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Hors périmètre démo (autres types / statuts) : 8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Dont attribués via l'historique : 5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667250" y="2905125"/>
            <a:ext cx="428625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Répartition par développeur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4667250" y="3162300"/>
            <a:ext cx="4286250" cy="1524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Ting (Dev) : 4 tickets, dont 1 terminé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Arij (Dev) : 3 tickets, dont 1 terminé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enza (Dev) : 3 tickets, dont 1 terminé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Flux coupures-troncon-bt-resynchr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ouveau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Nous avons besoin d’historiser un nouveau flux d’enrichissement de coupures BT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OUPURE_TRONCON_BT_RESYNCHRO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oupures_troncon_bt_resynchro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3  ·  Arij (Dev)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Flux coupures-troncon-b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ouveau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Nous avons besoin d’historiser un nouveau flux d’enrichissement de coupures BT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OUPURE_TRONCON_BT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oupures_troncon_bt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5  ·  Arij (Dev)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CAMPUS – Ajout d'un champ dans 3 OM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E67E2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FIL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EDF   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ENEDIS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FP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ecampus_utilisateurs_edf_fra                      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ecampus_utilisateurs_enedis_fra                   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ecampus_utilisateurs_fp_fra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2  ·  Kenza (Dev)  ·  déduit de l'historique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Evénements dynamiques enrichi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HDR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EVENEMENT_DYNAMIQUE_ENRICHI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evenement_dynamique_enrichi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940  ·  Ting (Dev)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Coupure PRM chevaucheme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HDR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HEVAUCHEMENT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hevauchement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941  ·  Ting (Dev)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INGENG – [PROTO] Recette de bout en bout de l'ingestion KAFKA PROTO (sur eStock)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8418  ·  Arij (Dev)  ·  déduit de l'historique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DLK – Migration datalake rh vers la stack DENG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Migrer vers la stack Data Engine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DRHB4A1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DATALAKE_RH/FRA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datalake_rh_*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4816  ·  Kenza (Dev)  ·  déduit de l'historique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[API CASAI3C] Migrer de Spark2 vers Spark3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61  ·  Kenza (Dev)  ·  déduit de l'historique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Flow report weekly: déplacer les flux non quotidiens dedans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287  ·  Ting (Dev)  ·  déduit de l'historique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Montée de version F2L sur la 5r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669  ·  Ting (Dev)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3">
  <a:themeElements>
    <a:clrScheme name="Theme9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2026-10-22T11:47:35Z</dcterms:created>
  <dcterms:modified xsi:type="dcterms:W3CDTF">2026-10-22T11:47:35Z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