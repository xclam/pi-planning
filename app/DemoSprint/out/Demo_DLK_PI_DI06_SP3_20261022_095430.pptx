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LIVOT Romain" userId="1fcb0e88-6a4a-4a9c-af6a-89fe0aa807cb" providerId="ADAL" clId="{45980C5A-A445-4B9E-9EA5-EEA9E959E75D}"/>
    <pc:docChg chg="undo custSel modSld">
      <pc:chgData name="JOLIVOT Romain" userId="1fcb0e88-6a4a-4a9c-af6a-89fe0aa807cb" providerId="ADAL" clId="{45980C5A-A445-4B9E-9EA5-EEA9E959E75D}" dt="2026-10-22T10:55:33.359" v="6" actId="404"/>
      <pc:docMkLst>
        <pc:docMk/>
      </pc:docMkLst>
      <pc:sldChg chg="modSp mod">
        <pc:chgData name="JOLIVOT Romain" userId="1fcb0e88-6a4a-4a9c-af6a-89fe0aa807cb" providerId="ADAL" clId="{45980C5A-A445-4B9E-9EA5-EEA9E959E75D}" dt="2026-10-22T10:55:33.359" v="6" actId="404"/>
        <pc:sldMkLst>
          <pc:docMk/>
          <pc:sldMk cId="0" sldId="258"/>
        </pc:sldMkLst>
        <pc:spChg chg="mod">
          <ac:chgData name="JOLIVOT Romain" userId="1fcb0e88-6a4a-4a9c-af6a-89fe0aa807cb" providerId="ADAL" clId="{45980C5A-A445-4B9E-9EA5-EEA9E959E75D}" dt="2026-10-22T10:55:33.359" v="6" actId="404"/>
          <ac:spMkLst>
            <pc:docMk/>
            <pc:sldMk cId="0" sldId="258"/>
            <ac:spMk id="1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67914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42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 dirty="0">
                <a:solidFill>
                  <a:srgbClr val="1423DC">
                    <a:alpha val="100000"/>
                  </a:srgbClr>
                </a:solidFill>
                <a:latin typeface="Enedis"/>
              </a:rPr>
              <a:t>HDR – Flux </a:t>
            </a:r>
            <a:r>
              <a:rPr lang="en-US" sz="2400" b="1" u="none" strike="noStrike" cap="none" spc="0" dirty="0" err="1">
                <a:solidFill>
                  <a:srgbClr val="1423DC">
                    <a:alpha val="100000"/>
                  </a:srgbClr>
                </a:solidFill>
                <a:latin typeface="Enedis"/>
              </a:rPr>
              <a:t>coupures-troncon-bt-resynchro</a:t>
            </a:r>
            <a:endParaRPr lang="en-US" sz="2400" b="1" u="none" strike="noStrike" cap="none" spc="0" dirty="0">
              <a:solidFill>
                <a:srgbClr val="1423DC">
                  <a:alpha val="100000"/>
                </a:srgbClr>
              </a:solidFill>
              <a:latin typeface="Enedi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HDR est un SI dont le cœur de métier est de connaitre l’intégralité de la topologie réseau détenu par ENEDIS. De l’aval connecté à RTE aux PRM représentants les compteurs linky.</a:t>
            </a:r>
          </a:p>
        </p:txBody>
      </p:sp>
      <p:sp>
        <p:nvSpPr>
          <p:cNvPr id="4" name="Rectangle : coins arrondis 3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5" name="ZoneTexte 4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Nouveau</a:t>
            </a:r>
          </a:p>
        </p:txBody>
      </p:sp>
      <p:sp>
        <p:nvSpPr>
          <p:cNvPr id="6" name="Rectangle : coins arrondis 5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7" name="ZoneTexte 6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Recette</a:t>
            </a:r>
          </a:p>
        </p:txBody>
      </p:sp>
      <p:sp>
        <p:nvSpPr>
          <p:cNvPr id="8" name="Rectangle : coins arrondis 7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9" name="ZoneTexte 8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N/C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u="none" strike="noStrike" cap="none" spc="0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Objectif non renseigné dans le ticket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Non spécifié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 </a:t>
            </a:r>
          </a:p>
        </p:txBody>
      </p:sp>
      <p:sp>
        <p:nvSpPr>
          <p:cNvPr id="13" name="Rectangle : coins arrondis 12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4" name="ZoneTexte 13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/projects/PRD/HAS/DLK/trusted-zone/HDR/FRA/COUPURE_TRONCON_BT_RESYNCHRO</a:t>
            </a:r>
          </a:p>
        </p:txBody>
      </p:sp>
      <p:sp>
        <p:nvSpPr>
          <p:cNvPr id="15" name="Rectangle : coins arrondis 14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6" name="ZoneTexte 15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7" name="Rectangle : coins arrondis 16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8" name="ZoneTexte 17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hdr_coupures_troncon_bt_resynchro_fra</a:t>
            </a:r>
          </a:p>
        </p:txBody>
      </p:sp>
      <p:sp>
        <p:nvSpPr>
          <p:cNvPr id="19" name="Rectangle : coins arrondis 18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20" name="ZoneTexte 19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B4A-39443  ·  Arij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HDR – Flux coupures-troncon-bt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HDR est un SI dont le cœur de métier est de connaitre l’intégralité de la topologie réseau détenu par ENEDIS. De l’aval connecté à RTE aux PRM représentants les compteurs linky.</a:t>
            </a:r>
          </a:p>
        </p:txBody>
      </p:sp>
      <p:sp>
        <p:nvSpPr>
          <p:cNvPr id="4" name="Rectangle : coins arrondis 3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5" name="ZoneTexte 4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Nouveau</a:t>
            </a:r>
          </a:p>
        </p:txBody>
      </p:sp>
      <p:sp>
        <p:nvSpPr>
          <p:cNvPr id="6" name="Rectangle : coins arrondis 5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7" name="ZoneTexte 6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Recette</a:t>
            </a:r>
          </a:p>
        </p:txBody>
      </p:sp>
      <p:sp>
        <p:nvSpPr>
          <p:cNvPr id="8" name="Rectangle : coins arrondis 7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9" name="ZoneTexte 8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N/C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u="none" strike="noStrike" cap="none" spc="0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Objectif non renseigné dans le ticket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Non spécifié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 </a:t>
            </a:r>
          </a:p>
        </p:txBody>
      </p:sp>
      <p:sp>
        <p:nvSpPr>
          <p:cNvPr id="13" name="Rectangle : coins arrondis 12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4" name="ZoneTexte 13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/projects/PRD/HAS/DLK/trusted-zone/HDR/FRA/COUPURE_TRONCON_BT</a:t>
            </a:r>
          </a:p>
        </p:txBody>
      </p:sp>
      <p:sp>
        <p:nvSpPr>
          <p:cNvPr id="15" name="Rectangle : coins arrondis 14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6" name="ZoneTexte 15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7" name="Rectangle : coins arrondis 16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8" name="ZoneTexte 17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hdr_coupures_troncon_bt_fra</a:t>
            </a:r>
          </a:p>
        </p:txBody>
      </p:sp>
      <p:sp>
        <p:nvSpPr>
          <p:cNvPr id="19" name="Rectangle : coins arrondis 18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20" name="ZoneTexte 19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B4A-39445  ·  Arij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ECAMPUS – Ajout d'un champ dans 3 OM</a:t>
            </a:r>
          </a:p>
        </p:txBody>
      </p:sp>
      <p:sp>
        <p:nvSpPr>
          <p:cNvPr id="3" name="Rectangle : coins arrondis 2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4" name="ZoneTexte 3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Evolution</a:t>
            </a:r>
          </a:p>
        </p:txBody>
      </p:sp>
      <p:sp>
        <p:nvSpPr>
          <p:cNvPr id="5" name="Rectangle : coins arrondis 4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6" name="ZoneTexte 5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Recette</a:t>
            </a:r>
          </a:p>
        </p:txBody>
      </p:sp>
      <p:sp>
        <p:nvSpPr>
          <p:cNvPr id="7" name="Rectangle : coins arrondis 6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E67E2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8" name="ZoneTexte 7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FILE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u="none" strike="noStrike" cap="none" spc="0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Objectif non renseigné dans le ticket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Non spécifié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 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3" name="ZoneTexte 12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/projects/PRD/HAS/DLK/trusted-zone/ECAMPUS/FRA/UTILISATEURS_EDF    </a:t>
            </a:r>
            <a:br/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/projects/PRD/HAS/DLK/trusted-zone/ECAMPUS/FRA/UTILISATEURS_ENEDIS</a:t>
            </a:r>
            <a:br/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/projects/PRD/HAS/DLK/trusted-zone/ECAMPUS/FRA/UTILISATEURS_FP  </a:t>
            </a:r>
          </a:p>
        </p:txBody>
      </p:sp>
      <p:sp>
        <p:nvSpPr>
          <p:cNvPr id="14" name="Rectangle : coins arrondis 13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5" name="ZoneTexte 14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6" name="Rectangle : coins arrondis 15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7" name="ZoneTexte 16"/>
          <p:cNvSpPr txBox="1"/>
          <p:nvPr/>
        </p:nvSpPr>
        <p:spPr>
          <a:xfrm>
            <a:off x="523875" y="4114800"/>
            <a:ext cx="828675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 dirty="0" err="1">
                <a:solidFill>
                  <a:srgbClr val="000000">
                    <a:alpha val="100000"/>
                  </a:srgbClr>
                </a:solidFill>
                <a:latin typeface="Consolas"/>
              </a:rPr>
              <a:t>ecampus_utilisateurs_edf_fra</a:t>
            </a:r>
            <a:r>
              <a:rPr lang="en-US" sz="1200" u="none" strike="noStrike" cap="none" spc="0" dirty="0">
                <a:solidFill>
                  <a:srgbClr val="000000">
                    <a:alpha val="100000"/>
                  </a:srgbClr>
                </a:solidFill>
                <a:latin typeface="Consolas"/>
              </a:rPr>
              <a:t>                       </a:t>
            </a:r>
            <a:br>
              <a:rPr dirty="0"/>
            </a:br>
            <a:r>
              <a:rPr lang="en-US" sz="1200" u="none" strike="noStrike" cap="none" spc="0" dirty="0" err="1">
                <a:solidFill>
                  <a:srgbClr val="000000">
                    <a:alpha val="100000"/>
                  </a:srgbClr>
                </a:solidFill>
                <a:latin typeface="Consolas"/>
              </a:rPr>
              <a:t>ecampus_utilisateurs_enedis_fra</a:t>
            </a:r>
            <a:r>
              <a:rPr lang="en-US" sz="1200" u="none" strike="noStrike" cap="none" spc="0" dirty="0">
                <a:solidFill>
                  <a:srgbClr val="000000">
                    <a:alpha val="100000"/>
                  </a:srgbClr>
                </a:solidFill>
                <a:latin typeface="Consolas"/>
              </a:rPr>
              <a:t>                    </a:t>
            </a:r>
            <a:br>
              <a:rPr dirty="0"/>
            </a:br>
            <a:r>
              <a:rPr lang="en-US" sz="1200" u="none" strike="noStrike" cap="none" spc="0" dirty="0" err="1">
                <a:solidFill>
                  <a:srgbClr val="000000">
                    <a:alpha val="100000"/>
                  </a:srgbClr>
                </a:solidFill>
                <a:latin typeface="Consolas"/>
              </a:rPr>
              <a:t>ecampus_utilisateurs_fp_fra</a:t>
            </a:r>
            <a:endParaRPr lang="en-US" sz="1200" u="none" strike="noStrike" cap="none" spc="0" dirty="0">
              <a:solidFill>
                <a:srgbClr val="000000">
                  <a:alpha val="100000"/>
                </a:srgbClr>
              </a:solidFill>
              <a:latin typeface="Consolas"/>
            </a:endParaRPr>
          </a:p>
        </p:txBody>
      </p:sp>
      <p:sp>
        <p:nvSpPr>
          <p:cNvPr id="18" name="Rectangle : coins arrondis 17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9" name="ZoneTexte 18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B4A-39442  ·  ROMAIN JOLIVOT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HDR – Evénements dynamiques enrichis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HDR est un SI dont le cœur de métier est de connaitre l’intégralité de la topologie réseau détenu par ENEDIS. De l’aval connecté à RTE aux PRM représentants les compteurs linky.</a:t>
            </a:r>
          </a:p>
        </p:txBody>
      </p:sp>
      <p:sp>
        <p:nvSpPr>
          <p:cNvPr id="4" name="Rectangle : coins arrondis 3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5" name="ZoneTexte 4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Evolution</a:t>
            </a:r>
          </a:p>
        </p:txBody>
      </p:sp>
      <p:sp>
        <p:nvSpPr>
          <p:cNvPr id="6" name="Rectangle : coins arrondis 5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7" name="ZoneTexte 6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Recette</a:t>
            </a:r>
          </a:p>
        </p:txBody>
      </p:sp>
      <p:sp>
        <p:nvSpPr>
          <p:cNvPr id="8" name="Rectangle : coins arrondis 7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9" name="ZoneTexte 8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KAFKA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Kafka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HDR 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Non spécifié</a:t>
            </a:r>
          </a:p>
        </p:txBody>
      </p:sp>
      <p:sp>
        <p:nvSpPr>
          <p:cNvPr id="13" name="Rectangle : coins arrondis 12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4" name="ZoneTexte 13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/projects/PRD/HAS/DLK/trusted-zone/HDR/FRA/EVENEMENT_DYNAMIQUE_ENRICHI</a:t>
            </a:r>
          </a:p>
        </p:txBody>
      </p:sp>
      <p:sp>
        <p:nvSpPr>
          <p:cNvPr id="15" name="Rectangle : coins arrondis 14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6" name="ZoneTexte 15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7" name="Rectangle : coins arrondis 16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8" name="ZoneTexte 17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hdr_evenement_dynamique_enrichi_fra</a:t>
            </a:r>
            <a:br/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 </a:t>
            </a:r>
            <a:br/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 </a:t>
            </a:r>
          </a:p>
        </p:txBody>
      </p:sp>
      <p:sp>
        <p:nvSpPr>
          <p:cNvPr id="19" name="Rectangle : coins arrondis 18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20" name="ZoneTexte 19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B4A-39940  ·  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 dirty="0">
                <a:solidFill>
                  <a:srgbClr val="1423DC">
                    <a:alpha val="100000"/>
                  </a:srgbClr>
                </a:solidFill>
                <a:latin typeface="Enedis"/>
              </a:rPr>
              <a:t>HDR – </a:t>
            </a:r>
            <a:r>
              <a:rPr lang="en-US" sz="2400" b="1" u="none" strike="noStrike" cap="none" spc="0" dirty="0" err="1">
                <a:solidFill>
                  <a:srgbClr val="1423DC">
                    <a:alpha val="100000"/>
                  </a:srgbClr>
                </a:solidFill>
                <a:latin typeface="Enedis"/>
              </a:rPr>
              <a:t>Coupure</a:t>
            </a:r>
            <a:r>
              <a:rPr lang="en-US" sz="2400" b="1" u="none" strike="noStrike" cap="none" spc="0" dirty="0">
                <a:solidFill>
                  <a:srgbClr val="1423DC">
                    <a:alpha val="100000"/>
                  </a:srgbClr>
                </a:solidFill>
                <a:latin typeface="Enedis"/>
              </a:rPr>
              <a:t> PRM </a:t>
            </a:r>
            <a:r>
              <a:rPr lang="en-US" sz="2400" b="1" u="none" strike="noStrike" cap="none" spc="0" dirty="0" err="1">
                <a:solidFill>
                  <a:srgbClr val="1423DC">
                    <a:alpha val="100000"/>
                  </a:srgbClr>
                </a:solidFill>
                <a:latin typeface="Enedis"/>
              </a:rPr>
              <a:t>chevauchement</a:t>
            </a:r>
            <a:endParaRPr lang="en-US" sz="2400" b="1" u="none" strike="noStrike" cap="none" spc="0" dirty="0">
              <a:solidFill>
                <a:srgbClr val="1423DC">
                  <a:alpha val="100000"/>
                </a:srgbClr>
              </a:solidFill>
              <a:latin typeface="Enedi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HDR est un SI dont le cœur de métier est de connaitre l’intégralité de la topologie réseau détenu par ENEDIS. De l’aval connecté à RTE aux PRM représentants les compteurs linky.</a:t>
            </a:r>
          </a:p>
        </p:txBody>
      </p:sp>
      <p:sp>
        <p:nvSpPr>
          <p:cNvPr id="4" name="Rectangle : coins arrondis 3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5" name="ZoneTexte 4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Evolution</a:t>
            </a:r>
          </a:p>
        </p:txBody>
      </p:sp>
      <p:sp>
        <p:nvSpPr>
          <p:cNvPr id="6" name="Rectangle : coins arrondis 5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7" name="ZoneTexte 6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Recette</a:t>
            </a:r>
          </a:p>
        </p:txBody>
      </p:sp>
      <p:sp>
        <p:nvSpPr>
          <p:cNvPr id="8" name="Rectangle : coins arrondis 7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9" name="ZoneTexte 8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KAFKA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Kafka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HDR 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Non spécifié</a:t>
            </a:r>
          </a:p>
        </p:txBody>
      </p:sp>
      <p:sp>
        <p:nvSpPr>
          <p:cNvPr id="13" name="Rectangle : coins arrondis 12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4" name="ZoneTexte 13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/projects/PRD/HAS/DLK/trusted-zone/HDR/FRA/CHEVAUCHEMENT</a:t>
            </a:r>
          </a:p>
        </p:txBody>
      </p:sp>
      <p:sp>
        <p:nvSpPr>
          <p:cNvPr id="15" name="Rectangle : coins arrondis 14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6" name="ZoneTexte 15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7" name="Rectangle : coins arrondis 16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8" name="ZoneTexte 17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hdr_chevauchement_fra</a:t>
            </a:r>
          </a:p>
        </p:txBody>
      </p:sp>
      <p:sp>
        <p:nvSpPr>
          <p:cNvPr id="19" name="Rectangle : coins arrondis 18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20" name="ZoneTexte 19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B4A-39941  ·  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DLK – Migration datalake rh vers la stack DENG</a:t>
            </a:r>
          </a:p>
        </p:txBody>
      </p:sp>
      <p:sp>
        <p:nvSpPr>
          <p:cNvPr id="3" name="Rectangle : coins arrondis 2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4" name="ZoneTexte 3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Evolution</a:t>
            </a:r>
          </a:p>
        </p:txBody>
      </p:sp>
      <p:sp>
        <p:nvSpPr>
          <p:cNvPr id="5" name="Rectangle : coins arrondis 4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6" name="ZoneTexte 5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Recette</a:t>
            </a:r>
          </a:p>
        </p:txBody>
      </p:sp>
      <p:sp>
        <p:nvSpPr>
          <p:cNvPr id="7" name="Rectangle : coins arrondis 6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8" name="ZoneTexte 7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N/C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u="none" strike="noStrike" cap="none" spc="0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Objectif non renseigné dans le ticket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Non spécifié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DRHB4A1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3" name="ZoneTexte 12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 /projects/PRD/HAS/DLK/trusted-zone/DATALAKE_RH/FRA</a:t>
            </a:r>
          </a:p>
        </p:txBody>
      </p:sp>
      <p:sp>
        <p:nvSpPr>
          <p:cNvPr id="14" name="Rectangle : coins arrondis 13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5" name="ZoneTexte 14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6" name="Rectangle : coins arrondis 15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7" name="ZoneTexte 16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u="none" strike="noStrike" cap="none" spc="0">
                <a:solidFill>
                  <a:srgbClr val="000000">
                    <a:alpha val="100000"/>
                  </a:srgbClr>
                </a:solidFill>
                <a:latin typeface="Consolas"/>
              </a:rPr>
              <a:t>datalake_rh_*</a:t>
            </a:r>
          </a:p>
        </p:txBody>
      </p:sp>
      <p:sp>
        <p:nvSpPr>
          <p:cNvPr id="18" name="Rectangle : coins arrondis 17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9" name="ZoneTexte 18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B4A-34816  ·  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SI ? – État des lieux des flux restants en Spark2 et bascule sur Spark3</a:t>
            </a:r>
          </a:p>
        </p:txBody>
      </p:sp>
      <p:sp>
        <p:nvSpPr>
          <p:cNvPr id="3" name="Rectangle : coins arrondis 2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4" name="ZoneTexte 3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Evolution</a:t>
            </a:r>
          </a:p>
        </p:txBody>
      </p:sp>
      <p:sp>
        <p:nvSpPr>
          <p:cNvPr id="5" name="Rectangle : coins arrondis 4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6" name="ZoneTexte 5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Terminé</a:t>
            </a:r>
          </a:p>
        </p:txBody>
      </p:sp>
      <p:sp>
        <p:nvSpPr>
          <p:cNvPr id="7" name="Rectangle : coins arrondis 6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8" name="ZoneTexte 7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N/C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u="none" strike="noStrike" cap="none" spc="0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Objectif non renseigné dans le ticket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Non spécifié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Non spécifié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3" name="ZoneTexte 12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4" name="Rectangle : coins arrondis 13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5" name="ZoneTexte 14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6" name="Rectangle : coins arrondis 15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7" name="ZoneTexte 16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8" name="Rectangle : coins arrondis 17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9" name="ZoneTexte 18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B4A-35741  ·  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SI ? – Flow report weekly: déplacer les flux non quotidiens dedans</a:t>
            </a:r>
          </a:p>
        </p:txBody>
      </p:sp>
      <p:sp>
        <p:nvSpPr>
          <p:cNvPr id="3" name="Rectangle : coins arrondis 2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4" name="ZoneTexte 3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Evolution</a:t>
            </a:r>
          </a:p>
        </p:txBody>
      </p:sp>
      <p:sp>
        <p:nvSpPr>
          <p:cNvPr id="5" name="Rectangle : coins arrondis 4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6" name="ZoneTexte 5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Terminé</a:t>
            </a:r>
          </a:p>
        </p:txBody>
      </p:sp>
      <p:sp>
        <p:nvSpPr>
          <p:cNvPr id="7" name="Rectangle : coins arrondis 6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8" name="ZoneTexte 7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N/C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u="none" strike="noStrike" cap="none" spc="0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Objectif non renseigné dans le ticket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Non spécifié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Non spécifié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3" name="ZoneTexte 12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4" name="Rectangle : coins arrondis 13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5" name="ZoneTexte 14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6" name="Rectangle : coins arrondis 15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7" name="ZoneTexte 16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8" name="Rectangle : coins arrondis 17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9" name="ZoneTexte 18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B4A-39287  ·  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 dirty="0">
                <a:solidFill>
                  <a:srgbClr val="1423DC">
                    <a:alpha val="100000"/>
                  </a:srgbClr>
                </a:solidFill>
                <a:latin typeface="Enedis"/>
              </a:rPr>
              <a:t>SI ? – [API CASAI3C] </a:t>
            </a:r>
            <a:r>
              <a:rPr lang="en-US" sz="2400" b="1" u="none" strike="noStrike" cap="none" spc="0" dirty="0" err="1">
                <a:solidFill>
                  <a:srgbClr val="1423DC">
                    <a:alpha val="100000"/>
                  </a:srgbClr>
                </a:solidFill>
                <a:latin typeface="Enedis"/>
              </a:rPr>
              <a:t>Migrer</a:t>
            </a:r>
            <a:r>
              <a:rPr lang="en-US" sz="2400" b="1" u="none" strike="noStrike" cap="none" spc="0" dirty="0">
                <a:solidFill>
                  <a:srgbClr val="1423DC">
                    <a:alpha val="100000"/>
                  </a:srgbClr>
                </a:solidFill>
                <a:latin typeface="Enedis"/>
              </a:rPr>
              <a:t> de Spark2 vers Spark3</a:t>
            </a:r>
          </a:p>
        </p:txBody>
      </p:sp>
      <p:sp>
        <p:nvSpPr>
          <p:cNvPr id="3" name="Rectangle : coins arrondis 2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4" name="ZoneTexte 3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Evolution</a:t>
            </a:r>
          </a:p>
        </p:txBody>
      </p:sp>
      <p:sp>
        <p:nvSpPr>
          <p:cNvPr id="5" name="Rectangle : coins arrondis 4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6" name="ZoneTexte 5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Terminé</a:t>
            </a:r>
          </a:p>
        </p:txBody>
      </p:sp>
      <p:sp>
        <p:nvSpPr>
          <p:cNvPr id="7" name="Rectangle : coins arrondis 6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8" name="ZoneTexte 7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N/C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u="none" strike="noStrike" cap="none" spc="0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Objectif non renseigné dans le ticket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Non spécifié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Non spécifié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3" name="ZoneTexte 12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4" name="Rectangle : coins arrondis 13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5" name="ZoneTexte 14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6" name="Rectangle : coins arrondis 15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7" name="ZoneTexte 16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8" name="Rectangle : coins arrondis 17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9" name="ZoneTexte 18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B4A-39461  ·  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INGENG – [PROTO] Recette de bout en bout de l'ingestion KAFKA PROTO (sur eStock)</a:t>
            </a:r>
          </a:p>
        </p:txBody>
      </p:sp>
      <p:sp>
        <p:nvSpPr>
          <p:cNvPr id="3" name="Rectangle : coins arrondis 2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4" name="ZoneTexte 3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Evolution</a:t>
            </a:r>
          </a:p>
        </p:txBody>
      </p:sp>
      <p:sp>
        <p:nvSpPr>
          <p:cNvPr id="5" name="Rectangle : coins arrondis 4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6" name="ZoneTexte 5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Terminé</a:t>
            </a:r>
          </a:p>
        </p:txBody>
      </p:sp>
      <p:sp>
        <p:nvSpPr>
          <p:cNvPr id="7" name="Rectangle : coins arrondis 6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8" name="ZoneTexte 7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KAFKA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u="none" strike="noStrike" cap="none" spc="0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Objectif non renseigné dans le ticket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Non spécifié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Non spécifié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3" name="ZoneTexte 12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4" name="Rectangle : coins arrondis 13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5" name="ZoneTexte 14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6" name="Rectangle : coins arrondis 15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7" name="ZoneTexte 16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8" name="Rectangle : coins arrondis 17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9" name="ZoneTexte 18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B4A-38418  ·  ROMAIN JOLIVOT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ZoneTexte 1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SI ? – Montée de version F2L sur la 5r</a:t>
            </a:r>
          </a:p>
        </p:txBody>
      </p:sp>
      <p:sp>
        <p:nvSpPr>
          <p:cNvPr id="3" name="Rectangle : coins arrondis 2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4" name="ZoneTexte 3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Evolution</a:t>
            </a:r>
          </a:p>
        </p:txBody>
      </p:sp>
      <p:sp>
        <p:nvSpPr>
          <p:cNvPr id="5" name="Rectangle : coins arrondis 4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6" name="ZoneTexte 5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Recette</a:t>
            </a:r>
          </a:p>
        </p:txBody>
      </p:sp>
      <p:sp>
        <p:nvSpPr>
          <p:cNvPr id="7" name="Rectangle : coins arrondis 6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8" name="ZoneTexte 7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none" strike="noStrike" cap="none" spc="0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N/C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u="none" strike="noStrike" cap="none" spc="0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Objectif non renseigné dans le ticket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Consommateurs : Non spécifié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u="none" strike="noStrike" cap="none" spc="0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OM : Non spécifié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3" name="ZoneTexte 12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4" name="Rectangle : coins arrondis 13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5" name="ZoneTexte 14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PATH</a:t>
            </a:r>
          </a:p>
        </p:txBody>
      </p:sp>
      <p:sp>
        <p:nvSpPr>
          <p:cNvPr id="16" name="Rectangle : coins arrondis 15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7" name="ZoneTexte 16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u="none" strike="noStrike" cap="none" spc="0">
                <a:solidFill>
                  <a:srgbClr val="7F8C8D">
                    <a:alpha val="100000"/>
                  </a:srgbClr>
                </a:solidFill>
                <a:latin typeface="Consolas"/>
              </a:rPr>
              <a:t>Non renseigné</a:t>
            </a:r>
          </a:p>
        </p:txBody>
      </p:sp>
      <p:sp>
        <p:nvSpPr>
          <p:cNvPr id="18" name="Rectangle : coins arrondis 17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endParaRPr/>
          </a:p>
        </p:txBody>
      </p:sp>
      <p:sp>
        <p:nvSpPr>
          <p:cNvPr id="19" name="ZoneTexte 18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spAutoFit/>
          </a:bodyPr>
          <a:lstStyle/>
          <a:p>
            <a:pPr marL="0" marR="0" lvl="0" indent="0" algn="ctr" rtl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000000">
                    <a:alpha val="100000"/>
                  </a:srgbClr>
                </a:solidFill>
                <a:latin typeface="Enedis"/>
              </a:rPr>
              <a:t>HIVE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u="none" strike="noStrike" cap="none" spc="0">
                <a:solidFill>
                  <a:srgbClr val="1423DC">
                    <a:alpha val="100000"/>
                  </a:srgbClr>
                </a:solidFill>
                <a:latin typeface="Enedis"/>
              </a:rPr>
              <a:t>ENEDIS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0" marR="0" lvl="0" indent="0" algn="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none" strike="noStrike" cap="none" spc="0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B4A-39669  ·  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8">
  <a:themeElements>
    <a:clrScheme name="Theme5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</Words>
  <Application>Microsoft Office PowerPoint</Application>
  <PresentationFormat>Affichage à l'écran (16:9)</PresentationFormat>
  <Paragraphs>147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Consolas</vt:lpstr>
      <vt:lpstr>Enedis</vt:lpstr>
      <vt:lpstr>Public Sans Light</vt:lpstr>
      <vt:lpstr>Theme58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Unknown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JOLIVOT Romain</cp:lastModifiedBy>
  <cp:revision>1</cp:revision>
  <dcterms:created xsi:type="dcterms:W3CDTF">2026-10-22T09:54:30Z</dcterms:created>
  <dcterms:modified xsi:type="dcterms:W3CDTF">2026-10-22T10:55:40Z</dcterms:modified>
  <cp:category/>
  <cp:contentStatus/>
</cp:coreProperties>
</file>